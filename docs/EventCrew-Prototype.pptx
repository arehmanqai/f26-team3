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82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 Highland" userId="5e8f38b641cbb7d3" providerId="LiveId" clId="{C08CCDC8-82AA-4D88-974A-E7B4FFAE4A4C}"/>
    <pc:docChg chg="modSld">
      <pc:chgData name="Justin Highland" userId="5e8f38b641cbb7d3" providerId="LiveId" clId="{C08CCDC8-82AA-4D88-974A-E7B4FFAE4A4C}" dt="2026-09-23T21:58:13.908" v="15" actId="14100"/>
      <pc:docMkLst>
        <pc:docMk/>
      </pc:docMkLst>
      <pc:sldChg chg="addSp modSp mod">
        <pc:chgData name="Justin Highland" userId="5e8f38b641cbb7d3" providerId="LiveId" clId="{C08CCDC8-82AA-4D88-974A-E7B4FFAE4A4C}" dt="2026-09-23T21:58:13.908" v="15" actId="14100"/>
        <pc:sldMkLst>
          <pc:docMk/>
          <pc:sldMk cId="3946934594" sldId="256"/>
        </pc:sldMkLst>
        <pc:spChg chg="mod">
          <ac:chgData name="Justin Highland" userId="5e8f38b641cbb7d3" providerId="LiveId" clId="{C08CCDC8-82AA-4D88-974A-E7B4FFAE4A4C}" dt="2026-09-23T21:57:21.258" v="10" actId="1076"/>
          <ac:spMkLst>
            <pc:docMk/>
            <pc:sldMk cId="3946934594" sldId="256"/>
            <ac:spMk id="2" creationId="{632BE5BF-9922-45FB-8F3F-4446D40A051B}"/>
          </ac:spMkLst>
        </pc:spChg>
        <pc:spChg chg="mod">
          <ac:chgData name="Justin Highland" userId="5e8f38b641cbb7d3" providerId="LiveId" clId="{C08CCDC8-82AA-4D88-974A-E7B4FFAE4A4C}" dt="2026-09-23T21:57:17.397" v="9" actId="1076"/>
          <ac:spMkLst>
            <pc:docMk/>
            <pc:sldMk cId="3946934594" sldId="256"/>
            <ac:spMk id="3" creationId="{0D537F64-4C96-4AA8-BB21-E8053A3186DD}"/>
          </ac:spMkLst>
        </pc:spChg>
        <pc:picChg chg="add mod">
          <ac:chgData name="Justin Highland" userId="5e8f38b641cbb7d3" providerId="LiveId" clId="{C08CCDC8-82AA-4D88-974A-E7B4FFAE4A4C}" dt="2026-09-23T21:58:13.908" v="15" actId="14100"/>
          <ac:picMkLst>
            <pc:docMk/>
            <pc:sldMk cId="3946934594" sldId="256"/>
            <ac:picMk id="6" creationId="{A931F4EC-76F4-F839-0F17-E28F60B7C52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9/22/2026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2509012"/>
            <a:ext cx="7077456" cy="1243584"/>
          </a:xfrm>
        </p:spPr>
        <p:txBody>
          <a:bodyPr/>
          <a:lstStyle/>
          <a:p>
            <a:r>
              <a:rPr lang="en-US" sz="9600" dirty="0"/>
              <a:t>Event Crew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4514088"/>
            <a:ext cx="7077456" cy="86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Justin Highland and Abdul Rehman </a:t>
            </a:r>
          </a:p>
        </p:txBody>
      </p:sp>
      <p:pic>
        <p:nvPicPr>
          <p:cNvPr id="6" name="Picture 5" descr="Event Crew&#10;&#10;AI-generated content may be incorrect.">
            <a:extLst>
              <a:ext uri="{FF2B5EF4-FFF2-40B4-BE49-F238E27FC236}">
                <a16:creationId xmlns:a16="http://schemas.microsoft.com/office/drawing/2014/main" id="{A931F4EC-76F4-F839-0F17-E28F60B7C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344424"/>
            <a:ext cx="3266440" cy="137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11120" y="1574585"/>
            <a:ext cx="6718300" cy="4093243"/>
          </a:xfrm>
        </p:spPr>
        <p:txBody>
          <a:bodyPr/>
          <a:lstStyle/>
          <a:p>
            <a:r>
              <a:rPr lang="en-US" sz="2400" dirty="0"/>
              <a:t>Event Crew is a service marketplace that connects customers with event staff and service providers.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r>
              <a:rPr lang="en-US" sz="2400" dirty="0"/>
              <a:t>The system allows customers to discover, review, and book event services while allowing providers to manage their profiles, services, and customer bookings.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290F4-0D97-0004-7B98-14D3846EF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F0D3A76-628F-8E80-EEA3-9C8D044F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Customer (Justin Highland)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492CC07-7250-6024-5D13-457B779974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36850" y="1564425"/>
            <a:ext cx="6718300" cy="4093243"/>
          </a:xfrm>
        </p:spPr>
        <p:txBody>
          <a:bodyPr/>
          <a:lstStyle/>
          <a:p>
            <a:pPr lvl="0"/>
            <a:r>
              <a:rPr lang="en-US" sz="2400" dirty="0"/>
              <a:t>Create customer account - Create an account and provide information needed to book services.</a:t>
            </a:r>
          </a:p>
          <a:p>
            <a:pPr lvl="0"/>
            <a:r>
              <a:rPr lang="en-US" sz="2400" dirty="0"/>
              <a:t>Browse available agencies - Browse available providers and services, and their ratings.</a:t>
            </a:r>
          </a:p>
          <a:p>
            <a:pPr lvl="0"/>
            <a:r>
              <a:rPr lang="en-US" sz="2400" dirty="0"/>
              <a:t>Write reviews - Leave feedback on providers and services.</a:t>
            </a:r>
          </a:p>
          <a:p>
            <a:pPr lvl="0"/>
            <a:r>
              <a:rPr lang="en-US" sz="2400" dirty="0"/>
              <a:t>Book services - Book an event crew for an event.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9800CB-E1FD-E0B5-81AB-4CDC25049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481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C5823-33B2-37B1-ECC3-0AB9B516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C94E8D7-3A76-34EB-38AD-BEAB7EE56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Provider (Abdul Rehman)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FBE5CF8-D50E-4BC5-F80B-6F58AD53EA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36850" y="1564425"/>
            <a:ext cx="6718300" cy="4093243"/>
          </a:xfrm>
        </p:spPr>
        <p:txBody>
          <a:bodyPr/>
          <a:lstStyle/>
          <a:p>
            <a:pPr lvl="0"/>
            <a:r>
              <a:rPr lang="en-US" sz="2000" dirty="0"/>
              <a:t>Create/modify/remove provider profile - create/update/delete a profile containing information about themselves, their experience, and the event services they provide.</a:t>
            </a:r>
          </a:p>
          <a:p>
            <a:pPr lvl="0"/>
            <a:r>
              <a:rPr lang="en-US" sz="2000" dirty="0"/>
              <a:t>Create services - Providers will be able to create and manage listings for the event services they offer.</a:t>
            </a:r>
          </a:p>
          <a:p>
            <a:pPr lvl="0"/>
            <a:r>
              <a:rPr lang="en-US" sz="2000" dirty="0"/>
              <a:t>View customer statistics - Providers will be able to view information about their customers and booked services.</a:t>
            </a:r>
          </a:p>
          <a:p>
            <a:pPr lvl="0"/>
            <a:r>
              <a:rPr lang="en-US" sz="2000" dirty="0"/>
              <a:t>Reply to reviews - Providers will be able to view customer reviews of their services and respond to those reviews.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153E17-3578-5874-C78C-BFDDEE45F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626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1524</TotalTime>
  <Words>203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Trade Gothic LT Pro</vt:lpstr>
      <vt:lpstr>Trebuchet MS</vt:lpstr>
      <vt:lpstr>Office Theme</vt:lpstr>
      <vt:lpstr>Event Crew</vt:lpstr>
      <vt:lpstr>Introduction </vt:lpstr>
      <vt:lpstr>Customer (Justin Highland) </vt:lpstr>
      <vt:lpstr>Provider (Abdul Rehman)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Highland</dc:creator>
  <cp:lastModifiedBy>Justin Highland</cp:lastModifiedBy>
  <cp:revision>1</cp:revision>
  <dcterms:created xsi:type="dcterms:W3CDTF">2026-09-22T20:33:47Z</dcterms:created>
  <dcterms:modified xsi:type="dcterms:W3CDTF">2026-09-23T21:58:16Z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